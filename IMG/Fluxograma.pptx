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5"/>
  </p:normalViewPr>
  <p:slideViewPr>
    <p:cSldViewPr snapToGrid="0">
      <p:cViewPr varScale="1">
        <p:scale>
          <a:sx n="106" d="100"/>
          <a:sy n="106" d="100"/>
        </p:scale>
        <p:origin x="7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DB6F5-9473-1954-1756-86682C017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5AF419-4E3B-1D74-A96F-03F16F776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2A81CE-8F80-EDCF-FA6F-FBEDF3FB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BE4679-E2ED-FFA3-49B1-60CB627D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6140A2-23D7-3B2B-5021-4CB58C0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2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E36A7-F876-F5B6-93D7-265231B8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F3B3B2-CD7E-5087-B415-5F9EC0A3B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53F9C3-F3C0-D38D-CB71-93CFB180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ECA753-6A38-1864-DB4A-CC1E0ECEB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655183-A22A-86E3-27F5-28543D9A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5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CF5B9-A51B-EB5E-0499-9D196473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300E0A-09AC-F00E-9332-558578A25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7176B8-4F67-03D3-B98E-3F20A384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BD96B6-83F4-38EB-69E9-CEF8CE3B0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44C3AA-CC88-E51D-DEDF-A085A293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26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E04DC-34F5-AB52-6819-4AA982B5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1A77F1-8277-D307-8A9B-1F950BEF8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811D3A-3A74-AD23-A27C-A6C17C95A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64701C-32E8-DF0F-82F1-13AA8859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5411A8-1E64-9B8A-8492-F1D73FAC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FC774A-75F2-9B9A-E305-58281DA3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51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6595C-C64A-0BFC-F04B-119AE3F50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352E15-2A72-9ABA-0C43-460629117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CD1F28-60F1-9A0E-6E34-CB949E979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B806A7C-754D-9E54-81BF-F89B05FFA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209892-7282-4325-DA03-EDA815B46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00E605-AF71-53F7-D8D5-B5333082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2FC538-61AD-3F25-28B3-C63A31D5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4405AAC-4E83-5AE8-D323-43EC5545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859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D8459-53A6-2C98-243B-2ECE9CF9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8C7FAD5-8C9E-E6D8-90D7-F643AAD7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2E42718-5F69-856E-C3F5-CEE39E75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DFDC80-6F79-7C7F-50C3-EC12626F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513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90BA732-0ED3-4291-5F38-173BFA73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5C949A-E166-41EC-0F31-A0849A18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622655-C69E-4BBF-3D40-D150B40C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3849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9BF50-5D67-47C2-E9A9-51A8491B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550177-E5CE-EF98-5A8E-056498C5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864A23-A248-5B01-7B3F-4EE9EBF5A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4EA97C-83F1-6EB1-220E-12C69560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1AE034-22A4-615E-D349-34EDBC90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F9CA7F-75DD-2BCA-4907-83A098FF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28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54D24-6B3B-7E55-0E47-5FB44D98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8C63DF3-8A3A-8805-F48B-4D27C7CCD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571EEC-F579-9AAA-904D-D41382E25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D0C526-B447-B56D-7456-9D2204DBB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92BDFF-9237-81B7-D310-9C849294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EC26EC-DFF9-4711-D372-FF03B624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88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04427-58ED-D83C-0C94-57D8D149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B9FC38-89EF-0AAC-6270-1DF7CA54E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BDAA7D-0DE5-3686-BE3F-C2FAC8FE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B745EA-FD47-FDAC-677E-F3A447F5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3E8BE1-E297-770A-A899-72B939795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24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397107-0136-EE5F-7C98-79E02EF4B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A18D33-9451-229E-28A0-8C4A8BDA2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F8A3E9-67B0-02CD-36C5-A07AACF7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A7E8F-FB74-609A-6572-61CB41FA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E29CDA-074E-5317-4087-304AAB21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970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6903176-FCC0-FF58-74E4-C61250E2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F35C8D-833D-476B-F8BE-2E6188D5E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F93158-0FFD-9F55-79C5-FD515B7C9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44C33-FDCC-8641-B6B5-E61A67CCFEF6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6F03C8-DCE3-2664-6DA1-53CFD38BA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C6D92A-3054-CB52-B05A-5FB3C0193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059E4-F948-304B-9373-9BF37D20C2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07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C5311A67-D155-FABB-1919-182105ABB415}"/>
              </a:ext>
            </a:extLst>
          </p:cNvPr>
          <p:cNvGrpSpPr/>
          <p:nvPr/>
        </p:nvGrpSpPr>
        <p:grpSpPr>
          <a:xfrm>
            <a:off x="3758547" y="0"/>
            <a:ext cx="4674907" cy="6858000"/>
            <a:chOff x="3758547" y="0"/>
            <a:chExt cx="4674907" cy="685800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069EF2B-21C1-8782-5061-11017135E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58547" y="0"/>
              <a:ext cx="4674907" cy="6858000"/>
            </a:xfrm>
            <a:prstGeom prst="rect">
              <a:avLst/>
            </a:prstGeom>
          </p:spPr>
        </p:pic>
        <p:sp>
          <p:nvSpPr>
            <p:cNvPr id="6" name="Losango 5">
              <a:extLst>
                <a:ext uri="{FF2B5EF4-FFF2-40B4-BE49-F238E27FC236}">
                  <a16:creationId xmlns:a16="http://schemas.microsoft.com/office/drawing/2014/main" id="{618277FD-7B95-5CC2-BDF8-069BDC5EC3CD}"/>
                </a:ext>
              </a:extLst>
            </p:cNvPr>
            <p:cNvSpPr/>
            <p:nvPr/>
          </p:nvSpPr>
          <p:spPr>
            <a:xfrm>
              <a:off x="4083627" y="800102"/>
              <a:ext cx="1908464" cy="924791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Terminador 7">
              <a:extLst>
                <a:ext uri="{FF2B5EF4-FFF2-40B4-BE49-F238E27FC236}">
                  <a16:creationId xmlns:a16="http://schemas.microsoft.com/office/drawing/2014/main" id="{7FF9A6F0-EFED-514F-37AF-BB894ADB84A8}"/>
                </a:ext>
              </a:extLst>
            </p:cNvPr>
            <p:cNvSpPr/>
            <p:nvPr/>
          </p:nvSpPr>
          <p:spPr>
            <a:xfrm>
              <a:off x="4083627" y="270165"/>
              <a:ext cx="3979719" cy="342900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Losango 8">
              <a:extLst>
                <a:ext uri="{FF2B5EF4-FFF2-40B4-BE49-F238E27FC236}">
                  <a16:creationId xmlns:a16="http://schemas.microsoft.com/office/drawing/2014/main" id="{6C085395-84A3-A4CD-79A0-70B057793D34}"/>
                </a:ext>
              </a:extLst>
            </p:cNvPr>
            <p:cNvSpPr/>
            <p:nvPr/>
          </p:nvSpPr>
          <p:spPr>
            <a:xfrm>
              <a:off x="4000500" y="2005448"/>
              <a:ext cx="1558637" cy="592281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Losango 9">
              <a:extLst>
                <a:ext uri="{FF2B5EF4-FFF2-40B4-BE49-F238E27FC236}">
                  <a16:creationId xmlns:a16="http://schemas.microsoft.com/office/drawing/2014/main" id="{51F9EF70-095B-5890-60A4-12A31936A0EA}"/>
                </a:ext>
              </a:extLst>
            </p:cNvPr>
            <p:cNvSpPr/>
            <p:nvPr/>
          </p:nvSpPr>
          <p:spPr>
            <a:xfrm>
              <a:off x="4114801" y="3314702"/>
              <a:ext cx="1392383" cy="467591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Losango 10">
              <a:extLst>
                <a:ext uri="{FF2B5EF4-FFF2-40B4-BE49-F238E27FC236}">
                  <a16:creationId xmlns:a16="http://schemas.microsoft.com/office/drawing/2014/main" id="{49651320-ADB7-420F-458E-1528DCD34D83}"/>
                </a:ext>
              </a:extLst>
            </p:cNvPr>
            <p:cNvSpPr/>
            <p:nvPr/>
          </p:nvSpPr>
          <p:spPr>
            <a:xfrm>
              <a:off x="4021283" y="4208319"/>
              <a:ext cx="1558636" cy="872836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Losango 11">
              <a:extLst>
                <a:ext uri="{FF2B5EF4-FFF2-40B4-BE49-F238E27FC236}">
                  <a16:creationId xmlns:a16="http://schemas.microsoft.com/office/drawing/2014/main" id="{44A1B0F5-5A9A-E852-6D32-E6D634F9E560}"/>
                </a:ext>
              </a:extLst>
            </p:cNvPr>
            <p:cNvSpPr/>
            <p:nvPr/>
          </p:nvSpPr>
          <p:spPr>
            <a:xfrm>
              <a:off x="5884217" y="3080906"/>
              <a:ext cx="1545283" cy="872836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Terminador 12">
              <a:extLst>
                <a:ext uri="{FF2B5EF4-FFF2-40B4-BE49-F238E27FC236}">
                  <a16:creationId xmlns:a16="http://schemas.microsoft.com/office/drawing/2014/main" id="{CEB319C0-CAA1-A847-80C1-6CDC275E143F}"/>
                </a:ext>
              </a:extLst>
            </p:cNvPr>
            <p:cNvSpPr/>
            <p:nvPr/>
          </p:nvSpPr>
          <p:spPr>
            <a:xfrm>
              <a:off x="6587837" y="961159"/>
              <a:ext cx="1132609" cy="597477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Terminador 13">
              <a:extLst>
                <a:ext uri="{FF2B5EF4-FFF2-40B4-BE49-F238E27FC236}">
                  <a16:creationId xmlns:a16="http://schemas.microsoft.com/office/drawing/2014/main" id="{9F6B55A0-4823-FD94-467A-CDF65D33B6A4}"/>
                </a:ext>
              </a:extLst>
            </p:cNvPr>
            <p:cNvSpPr/>
            <p:nvPr/>
          </p:nvSpPr>
          <p:spPr>
            <a:xfrm>
              <a:off x="6930737" y="2000251"/>
              <a:ext cx="1132609" cy="597477"/>
            </a:xfrm>
            <a:prstGeom prst="flowChartTermina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EABD553-AF28-4F60-56A3-DE1EB35185E8}"/>
                </a:ext>
              </a:extLst>
            </p:cNvPr>
            <p:cNvSpPr/>
            <p:nvPr/>
          </p:nvSpPr>
          <p:spPr>
            <a:xfrm>
              <a:off x="6116781" y="4436919"/>
              <a:ext cx="1136075" cy="7273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B55097C2-D4C0-7F35-BC6C-621FF3CE889C}"/>
                </a:ext>
              </a:extLst>
            </p:cNvPr>
            <p:cNvCxnSpPr>
              <a:cxnSpLocks/>
            </p:cNvCxnSpPr>
            <p:nvPr/>
          </p:nvCxnSpPr>
          <p:spPr>
            <a:xfrm>
              <a:off x="4623955" y="4977247"/>
              <a:ext cx="0" cy="800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Angulado 20">
              <a:extLst>
                <a:ext uri="{FF2B5EF4-FFF2-40B4-BE49-F238E27FC236}">
                  <a16:creationId xmlns:a16="http://schemas.microsoft.com/office/drawing/2014/main" id="{29937542-F47C-74D4-300A-290EFA3A9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89552" y="2712027"/>
              <a:ext cx="2949105" cy="2670464"/>
            </a:xfrm>
            <a:prstGeom prst="bentConnector3">
              <a:avLst>
                <a:gd name="adj1" fmla="val 10003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529EE286-FC51-6F1E-3384-F76CEA15DFB2}"/>
                </a:ext>
              </a:extLst>
            </p:cNvPr>
            <p:cNvCxnSpPr>
              <a:cxnSpLocks/>
            </p:cNvCxnSpPr>
            <p:nvPr/>
          </p:nvCxnSpPr>
          <p:spPr>
            <a:xfrm>
              <a:off x="6656859" y="3953742"/>
              <a:ext cx="0" cy="483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de Seta Reta 30">
              <a:extLst>
                <a:ext uri="{FF2B5EF4-FFF2-40B4-BE49-F238E27FC236}">
                  <a16:creationId xmlns:a16="http://schemas.microsoft.com/office/drawing/2014/main" id="{5DB1D0BA-5EC2-9190-7760-C5D66F0DFF58}"/>
                </a:ext>
              </a:extLst>
            </p:cNvPr>
            <p:cNvCxnSpPr>
              <a:cxnSpLocks/>
            </p:cNvCxnSpPr>
            <p:nvPr/>
          </p:nvCxnSpPr>
          <p:spPr>
            <a:xfrm>
              <a:off x="4803813" y="3782292"/>
              <a:ext cx="0" cy="4130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de Seta Reta 32">
              <a:extLst>
                <a:ext uri="{FF2B5EF4-FFF2-40B4-BE49-F238E27FC236}">
                  <a16:creationId xmlns:a16="http://schemas.microsoft.com/office/drawing/2014/main" id="{189A65AF-D785-811E-D4AB-249DD332FACE}"/>
                </a:ext>
              </a:extLst>
            </p:cNvPr>
            <p:cNvCxnSpPr>
              <a:cxnSpLocks/>
            </p:cNvCxnSpPr>
            <p:nvPr/>
          </p:nvCxnSpPr>
          <p:spPr>
            <a:xfrm>
              <a:off x="5500004" y="3551095"/>
              <a:ext cx="3842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>
              <a:extLst>
                <a:ext uri="{FF2B5EF4-FFF2-40B4-BE49-F238E27FC236}">
                  <a16:creationId xmlns:a16="http://schemas.microsoft.com/office/drawing/2014/main" id="{8FAD9267-174A-ADE8-165A-061FEBF7F187}"/>
                </a:ext>
              </a:extLst>
            </p:cNvPr>
            <p:cNvCxnSpPr>
              <a:cxnSpLocks/>
            </p:cNvCxnSpPr>
            <p:nvPr/>
          </p:nvCxnSpPr>
          <p:spPr>
            <a:xfrm>
              <a:off x="4771803" y="2597727"/>
              <a:ext cx="0" cy="7169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de Seta Reta 38">
              <a:extLst>
                <a:ext uri="{FF2B5EF4-FFF2-40B4-BE49-F238E27FC236}">
                  <a16:creationId xmlns:a16="http://schemas.microsoft.com/office/drawing/2014/main" id="{A94273BB-B778-C980-120E-FA4E3620066E}"/>
                </a:ext>
              </a:extLst>
            </p:cNvPr>
            <p:cNvCxnSpPr>
              <a:cxnSpLocks/>
            </p:cNvCxnSpPr>
            <p:nvPr/>
          </p:nvCxnSpPr>
          <p:spPr>
            <a:xfrm>
              <a:off x="5548745" y="2300143"/>
              <a:ext cx="1347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de Seta Reta 42">
              <a:extLst>
                <a:ext uri="{FF2B5EF4-FFF2-40B4-BE49-F238E27FC236}">
                  <a16:creationId xmlns:a16="http://schemas.microsoft.com/office/drawing/2014/main" id="{B52BFA33-C72C-DF95-34E6-47A1196730C6}"/>
                </a:ext>
              </a:extLst>
            </p:cNvPr>
            <p:cNvCxnSpPr>
              <a:cxnSpLocks/>
            </p:cNvCxnSpPr>
            <p:nvPr/>
          </p:nvCxnSpPr>
          <p:spPr>
            <a:xfrm>
              <a:off x="5992093" y="1260764"/>
              <a:ext cx="5957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de Seta Reta 45">
              <a:extLst>
                <a:ext uri="{FF2B5EF4-FFF2-40B4-BE49-F238E27FC236}">
                  <a16:creationId xmlns:a16="http://schemas.microsoft.com/office/drawing/2014/main" id="{31002C16-3178-6B13-CD29-F7240C23493D}"/>
                </a:ext>
              </a:extLst>
            </p:cNvPr>
            <p:cNvCxnSpPr>
              <a:cxnSpLocks/>
            </p:cNvCxnSpPr>
            <p:nvPr/>
          </p:nvCxnSpPr>
          <p:spPr>
            <a:xfrm>
              <a:off x="4709228" y="1561811"/>
              <a:ext cx="0" cy="4416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to 53">
              <a:extLst>
                <a:ext uri="{FF2B5EF4-FFF2-40B4-BE49-F238E27FC236}">
                  <a16:creationId xmlns:a16="http://schemas.microsoft.com/office/drawing/2014/main" id="{F9A483AD-B9AF-02D8-7646-2DE280DB027E}"/>
                </a:ext>
              </a:extLst>
            </p:cNvPr>
            <p:cNvCxnSpPr>
              <a:cxnSpLocks/>
            </p:cNvCxnSpPr>
            <p:nvPr/>
          </p:nvCxnSpPr>
          <p:spPr>
            <a:xfrm>
              <a:off x="7429501" y="3517323"/>
              <a:ext cx="50915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79A02320-135B-2425-C98C-C7A024175A33}"/>
                </a:ext>
              </a:extLst>
            </p:cNvPr>
            <p:cNvCxnSpPr>
              <a:cxnSpLocks/>
            </p:cNvCxnSpPr>
            <p:nvPr/>
          </p:nvCxnSpPr>
          <p:spPr>
            <a:xfrm>
              <a:off x="7252855" y="4812723"/>
              <a:ext cx="68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>
              <a:extLst>
                <a:ext uri="{FF2B5EF4-FFF2-40B4-BE49-F238E27FC236}">
                  <a16:creationId xmlns:a16="http://schemas.microsoft.com/office/drawing/2014/main" id="{B2F94106-D707-CB39-941F-CBCFF44098BD}"/>
                </a:ext>
              </a:extLst>
            </p:cNvPr>
            <p:cNvCxnSpPr>
              <a:cxnSpLocks/>
            </p:cNvCxnSpPr>
            <p:nvPr/>
          </p:nvCxnSpPr>
          <p:spPr>
            <a:xfrm>
              <a:off x="4989551" y="4977247"/>
              <a:ext cx="0" cy="4156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8AE4D347-4564-CC14-A1C1-255036130652}"/>
                </a:ext>
              </a:extLst>
            </p:cNvPr>
            <p:cNvSpPr/>
            <p:nvPr/>
          </p:nvSpPr>
          <p:spPr>
            <a:xfrm>
              <a:off x="4300897" y="5839692"/>
              <a:ext cx="2286921" cy="3818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9" name="Conector Angulado 68">
              <a:extLst>
                <a:ext uri="{FF2B5EF4-FFF2-40B4-BE49-F238E27FC236}">
                  <a16:creationId xmlns:a16="http://schemas.microsoft.com/office/drawing/2014/main" id="{57377585-57B8-E615-CBA1-4FFEACC85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9217" y="5382492"/>
              <a:ext cx="1350839" cy="640773"/>
            </a:xfrm>
            <a:prstGeom prst="bentConnector3">
              <a:avLst>
                <a:gd name="adj1" fmla="val 99908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ector de Seta Reta 73">
              <a:extLst>
                <a:ext uri="{FF2B5EF4-FFF2-40B4-BE49-F238E27FC236}">
                  <a16:creationId xmlns:a16="http://schemas.microsoft.com/office/drawing/2014/main" id="{47E41DB3-2E99-58EC-671F-F001C8A7EBC9}"/>
                </a:ext>
              </a:extLst>
            </p:cNvPr>
            <p:cNvCxnSpPr>
              <a:cxnSpLocks/>
            </p:cNvCxnSpPr>
            <p:nvPr/>
          </p:nvCxnSpPr>
          <p:spPr>
            <a:xfrm>
              <a:off x="4702879" y="613065"/>
              <a:ext cx="0" cy="31721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1010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Antonio Kujbida Junior</dc:creator>
  <cp:lastModifiedBy>Mario Antonio Kujbida Junior</cp:lastModifiedBy>
  <cp:revision>2</cp:revision>
  <dcterms:created xsi:type="dcterms:W3CDTF">2026-04-07T12:15:44Z</dcterms:created>
  <dcterms:modified xsi:type="dcterms:W3CDTF">2026-04-07T13:07:57Z</dcterms:modified>
</cp:coreProperties>
</file>